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Movies dominate the catalog; TV Shows remain a sizable minority. Series typically support retention via binge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 and India are major supply hubs. Opportunity: accelerate local originals in additional high-growth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handful of genres (Drama/International/Comedy/Docs) make up a large share. Portfolio concentration can be leveraged or diversified.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ramp around 2018–2020, followed by a dip. Could reflect strategy shifts, production constraints, or catalog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Netflix Catalog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• SQL • Power BI</a:t>
            </a:r>
          </a:p>
          <a:p>
            <a:r>
              <a:t>End-to-end workflow +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Dataset &amp; goal</a:t>
            </a:r>
          </a:p>
          <a:p>
            <a:pPr/>
            <a:r>
              <a:t>Data cleaning &amp; modeling (Python)</a:t>
            </a:r>
          </a:p>
          <a:p>
            <a:pPr/>
            <a:r>
              <a:t>SQL analysis highlights</a:t>
            </a:r>
          </a:p>
          <a:p>
            <a:pPr/>
            <a:r>
              <a:t>Dashboard story (Power BI)</a:t>
            </a:r>
          </a:p>
          <a:p>
            <a:pPr/>
            <a:r>
              <a:t>Key business insights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Catalog Mix: Movies vs TV Shows</a:t>
            </a:r>
          </a:p>
        </p:txBody>
      </p:sp>
      <p:pic>
        <p:nvPicPr>
          <p:cNvPr id="3" name="Picture 2" descr="content_typ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Countries by Title Count</a:t>
            </a:r>
          </a:p>
        </p:txBody>
      </p:sp>
      <p:pic>
        <p:nvPicPr>
          <p:cNvPr id="3" name="Picture 2" descr="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Genres by Title Count</a:t>
            </a:r>
          </a:p>
        </p:txBody>
      </p:sp>
      <p:pic>
        <p:nvPicPr>
          <p:cNvPr id="3" name="Picture 2" descr="top_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Titles Added by Year</a:t>
            </a:r>
          </a:p>
        </p:txBody>
      </p:sp>
      <p:pic>
        <p:nvPicPr>
          <p:cNvPr id="3" name="Picture 2" descr="titles_added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Localization: invest in originals for under-served language markets; track retention lift</a:t>
            </a:r>
          </a:p>
          <a:p>
            <a:pPr/>
            <a:r>
              <a:t>Portfolio balance: use genre concentration insights to guide marginal investments</a:t>
            </a:r>
          </a:p>
          <a:p>
            <a:pPr/>
            <a:r>
              <a:t>Series strategy: prioritize multi-season, high-completion shows for LTV impact</a:t>
            </a:r>
          </a:p>
          <a:p>
            <a:pPr/>
            <a:r>
              <a:t>Freshness mix: manage release-to-added lag to maintain novelty while keeping evergreen hits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Repo includes: notebook, SQL, Power BI build guide, report, and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